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D4D2D6-CB31-4751-8953-93A6235AF9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"/>
          <p:cNvCxnSpPr/>
          <p:nvPr/>
        </p:nvCxnSpPr>
        <p:spPr>
          <a:xfrm>
            <a:off x="540000" y="306360"/>
            <a:ext cx="720720" cy="720"/>
          </a:xfrm>
          <a:prstGeom prst="bentConnector3">
            <a:avLst>
              <a:gd name="adj1" fmla="val 50024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" name=""/>
          <p:cNvCxnSpPr>
            <a:stCxn id="2" idx="6"/>
            <a:endCxn id="3" idx="2"/>
          </p:cNvCxnSpPr>
          <p:nvPr/>
        </p:nvCxnSpPr>
        <p:spPr>
          <a:xfrm>
            <a:off x="719640" y="486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" name=""/>
          <p:cNvCxnSpPr>
            <a:stCxn id="5" idx="6"/>
            <a:endCxn id="6" idx="2"/>
          </p:cNvCxnSpPr>
          <p:nvPr/>
        </p:nvCxnSpPr>
        <p:spPr>
          <a:xfrm>
            <a:off x="863640" y="702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" name=""/>
          <p:cNvCxnSpPr>
            <a:stCxn id="8" idx="6"/>
            <a:endCxn id="9" idx="2"/>
          </p:cNvCxnSpPr>
          <p:nvPr/>
        </p:nvCxnSpPr>
        <p:spPr>
          <a:xfrm>
            <a:off x="719640" y="126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0" name=""/>
          <p:cNvCxnSpPr>
            <a:stCxn id="11" idx="6"/>
            <a:endCxn id="12" idx="2"/>
          </p:cNvCxnSpPr>
          <p:nvPr/>
        </p:nvCxnSpPr>
        <p:spPr>
          <a:xfrm>
            <a:off x="863640" y="954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3" name=""/>
          <p:cNvCxnSpPr>
            <a:stCxn id="14" idx="6"/>
            <a:endCxn id="15" idx="2"/>
          </p:cNvCxnSpPr>
          <p:nvPr/>
        </p:nvCxnSpPr>
        <p:spPr>
          <a:xfrm rot="10800000">
            <a:off x="538920" y="135036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6" name=""/>
          <p:cNvCxnSpPr>
            <a:stCxn id="17" idx="6"/>
            <a:endCxn id="18" idx="2"/>
          </p:cNvCxnSpPr>
          <p:nvPr/>
        </p:nvCxnSpPr>
        <p:spPr>
          <a:xfrm rot="10800000">
            <a:off x="718920" y="1170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9" name=""/>
          <p:cNvCxnSpPr>
            <a:stCxn id="20" idx="6"/>
            <a:endCxn id="21" idx="2"/>
          </p:cNvCxnSpPr>
          <p:nvPr/>
        </p:nvCxnSpPr>
        <p:spPr>
          <a:xfrm rot="10800000">
            <a:off x="718920" y="1530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2" name=""/>
          <p:cNvCxnSpPr>
            <a:stCxn id="23" idx="6"/>
            <a:endCxn id="24" idx="2"/>
          </p:cNvCxnSpPr>
          <p:nvPr/>
        </p:nvCxnSpPr>
        <p:spPr>
          <a:xfrm rot="10800000">
            <a:off x="862920" y="1746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5" name=""/>
          <p:cNvCxnSpPr>
            <a:stCxn id="26" idx="6"/>
            <a:endCxn id="27" idx="2"/>
          </p:cNvCxnSpPr>
          <p:nvPr/>
        </p:nvCxnSpPr>
        <p:spPr>
          <a:xfrm rot="10800000">
            <a:off x="862920" y="199836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8" name=""/>
          <p:cNvCxnSpPr>
            <a:stCxn id="29" idx="6"/>
            <a:endCxn id="30" idx="2"/>
          </p:cNvCxnSpPr>
          <p:nvPr/>
        </p:nvCxnSpPr>
        <p:spPr>
          <a:xfrm>
            <a:off x="539640" y="239436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1" name=""/>
          <p:cNvCxnSpPr>
            <a:stCxn id="32" idx="6"/>
            <a:endCxn id="33" idx="2"/>
          </p:cNvCxnSpPr>
          <p:nvPr/>
        </p:nvCxnSpPr>
        <p:spPr>
          <a:xfrm>
            <a:off x="719640" y="221436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4" name=""/>
          <p:cNvCxnSpPr>
            <a:stCxn id="35" idx="6"/>
            <a:endCxn id="36" idx="2"/>
          </p:cNvCxnSpPr>
          <p:nvPr/>
        </p:nvCxnSpPr>
        <p:spPr>
          <a:xfrm>
            <a:off x="719640" y="2583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7" name=""/>
          <p:cNvCxnSpPr>
            <a:stCxn id="38" idx="6"/>
            <a:endCxn id="39" idx="2"/>
          </p:cNvCxnSpPr>
          <p:nvPr/>
        </p:nvCxnSpPr>
        <p:spPr>
          <a:xfrm>
            <a:off x="863640" y="2799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0" name=""/>
          <p:cNvCxnSpPr>
            <a:stCxn id="41" idx="6"/>
            <a:endCxn id="42" idx="2"/>
          </p:cNvCxnSpPr>
          <p:nvPr/>
        </p:nvCxnSpPr>
        <p:spPr>
          <a:xfrm>
            <a:off x="863640" y="3051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3" name=""/>
          <p:cNvCxnSpPr>
            <a:stCxn id="44" idx="6"/>
            <a:endCxn id="45" idx="2"/>
          </p:cNvCxnSpPr>
          <p:nvPr/>
        </p:nvCxnSpPr>
        <p:spPr>
          <a:xfrm rot="10800000">
            <a:off x="538920" y="344772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6" name=""/>
          <p:cNvCxnSpPr>
            <a:stCxn id="47" idx="6"/>
            <a:endCxn id="48" idx="2"/>
          </p:cNvCxnSpPr>
          <p:nvPr/>
        </p:nvCxnSpPr>
        <p:spPr>
          <a:xfrm rot="10800000">
            <a:off x="737640" y="3267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9" name=""/>
          <p:cNvCxnSpPr>
            <a:stCxn id="50" idx="6"/>
            <a:endCxn id="51" idx="2"/>
          </p:cNvCxnSpPr>
          <p:nvPr/>
        </p:nvCxnSpPr>
        <p:spPr>
          <a:xfrm rot="10800000">
            <a:off x="728280" y="3636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2" name=""/>
          <p:cNvCxnSpPr>
            <a:stCxn id="53" idx="6"/>
            <a:endCxn id="54" idx="2"/>
          </p:cNvCxnSpPr>
          <p:nvPr/>
        </p:nvCxnSpPr>
        <p:spPr>
          <a:xfrm rot="10800000">
            <a:off x="872280" y="3852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5" name=""/>
          <p:cNvCxnSpPr>
            <a:stCxn id="56" idx="6"/>
            <a:endCxn id="57" idx="2"/>
          </p:cNvCxnSpPr>
          <p:nvPr/>
        </p:nvCxnSpPr>
        <p:spPr>
          <a:xfrm rot="10800000">
            <a:off x="872280" y="4104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8" name=""/>
          <p:cNvCxnSpPr>
            <a:stCxn id="59" idx="6"/>
            <a:endCxn id="60" idx="2"/>
          </p:cNvCxnSpPr>
          <p:nvPr/>
        </p:nvCxnSpPr>
        <p:spPr>
          <a:xfrm>
            <a:off x="549000" y="450072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1" name=""/>
          <p:cNvCxnSpPr>
            <a:stCxn id="62" idx="6"/>
            <a:endCxn id="63" idx="2"/>
          </p:cNvCxnSpPr>
          <p:nvPr/>
        </p:nvCxnSpPr>
        <p:spPr>
          <a:xfrm>
            <a:off x="729000" y="4320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4" name=""/>
          <p:cNvCxnSpPr>
            <a:stCxn id="65" idx="6"/>
            <a:endCxn id="66" idx="2"/>
          </p:cNvCxnSpPr>
          <p:nvPr/>
        </p:nvCxnSpPr>
        <p:spPr>
          <a:xfrm>
            <a:off x="729000" y="4680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7" name=""/>
          <p:cNvCxnSpPr>
            <a:stCxn id="68" idx="6"/>
            <a:endCxn id="69" idx="2"/>
          </p:cNvCxnSpPr>
          <p:nvPr/>
        </p:nvCxnSpPr>
        <p:spPr>
          <a:xfrm>
            <a:off x="873000" y="4896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0" name=""/>
          <p:cNvCxnSpPr>
            <a:stCxn id="71" idx="6"/>
            <a:endCxn id="72" idx="2"/>
          </p:cNvCxnSpPr>
          <p:nvPr/>
        </p:nvCxnSpPr>
        <p:spPr>
          <a:xfrm>
            <a:off x="873000" y="5148720"/>
            <a:ext cx="72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3" name=""/>
          <p:cNvCxnSpPr>
            <a:stCxn id="74" idx="6"/>
            <a:endCxn id="75" idx="2"/>
          </p:cNvCxnSpPr>
          <p:nvPr/>
        </p:nvCxnSpPr>
        <p:spPr>
          <a:xfrm rot="10800000">
            <a:off x="548280" y="5544720"/>
            <a:ext cx="72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6" name=""/>
          <p:cNvCxnSpPr>
            <a:stCxn id="77" idx="6"/>
            <a:endCxn id="78" idx="2"/>
          </p:cNvCxnSpPr>
          <p:nvPr/>
        </p:nvCxnSpPr>
        <p:spPr>
          <a:xfrm rot="10800000">
            <a:off x="728280" y="5364720"/>
            <a:ext cx="360720" cy="360"/>
          </a:xfrm>
          <a:prstGeom prst="bentConnector2">
            <a:avLst/>
          </a:prstGeom>
          <a:ln w="18000">
            <a:solidFill>
              <a:srgbClr val="2a6099"/>
            </a:solidFill>
            <a:round/>
          </a:ln>
        </p:spPr>
      </p:cxnSp>
      <p:sp>
        <p:nvSpPr>
          <p:cNvPr id="79" name=""/>
          <p:cNvSpPr/>
          <p:nvPr/>
        </p:nvSpPr>
        <p:spPr>
          <a:xfrm>
            <a:off x="1260000" y="21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"/>
          <p:cNvSpPr/>
          <p:nvPr/>
        </p:nvSpPr>
        <p:spPr>
          <a:xfrm>
            <a:off x="1080000" y="39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1080000" y="3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"/>
          <p:cNvSpPr/>
          <p:nvPr/>
        </p:nvSpPr>
        <p:spPr>
          <a:xfrm>
            <a:off x="936000" y="612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2" name=""/>
          <p:cNvSpPr/>
          <p:nvPr/>
        </p:nvSpPr>
        <p:spPr>
          <a:xfrm>
            <a:off x="936000" y="864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"/>
          <p:cNvSpPr/>
          <p:nvPr/>
        </p:nvSpPr>
        <p:spPr>
          <a:xfrm flipH="1">
            <a:off x="1259280" y="1260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" name=""/>
          <p:cNvSpPr/>
          <p:nvPr/>
        </p:nvSpPr>
        <p:spPr>
          <a:xfrm flipH="1">
            <a:off x="1079280" y="1080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1079280" y="1440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" name=""/>
          <p:cNvSpPr/>
          <p:nvPr/>
        </p:nvSpPr>
        <p:spPr>
          <a:xfrm flipH="1">
            <a:off x="935280" y="165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 flipH="1">
            <a:off x="935280" y="1908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1260000" y="2304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1080000" y="2124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6" name=""/>
          <p:cNvSpPr/>
          <p:nvPr/>
        </p:nvSpPr>
        <p:spPr>
          <a:xfrm>
            <a:off x="1080000" y="2493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936000" y="2709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936000" y="2961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4" name=""/>
          <p:cNvSpPr/>
          <p:nvPr/>
        </p:nvSpPr>
        <p:spPr>
          <a:xfrm flipH="1">
            <a:off x="1259280" y="3357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" name=""/>
          <p:cNvSpPr/>
          <p:nvPr/>
        </p:nvSpPr>
        <p:spPr>
          <a:xfrm flipH="1">
            <a:off x="1098000" y="3177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" name=""/>
          <p:cNvSpPr/>
          <p:nvPr/>
        </p:nvSpPr>
        <p:spPr>
          <a:xfrm flipH="1">
            <a:off x="1088640" y="3546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 flipH="1">
            <a:off x="944640" y="3762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944640" y="4014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1269360" y="4410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1089360" y="4230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1089360" y="4590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9" name=""/>
          <p:cNvSpPr/>
          <p:nvPr/>
        </p:nvSpPr>
        <p:spPr>
          <a:xfrm>
            <a:off x="945360" y="4806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"/>
          <p:cNvSpPr/>
          <p:nvPr/>
        </p:nvSpPr>
        <p:spPr>
          <a:xfrm>
            <a:off x="945360" y="5058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5" name=""/>
          <p:cNvSpPr/>
          <p:nvPr/>
        </p:nvSpPr>
        <p:spPr>
          <a:xfrm flipH="1">
            <a:off x="368640" y="5454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8" name=""/>
          <p:cNvSpPr/>
          <p:nvPr/>
        </p:nvSpPr>
        <p:spPr>
          <a:xfrm flipH="1">
            <a:off x="548640" y="5274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0" name=""/>
          <p:cNvSpPr/>
          <p:nvPr/>
        </p:nvSpPr>
        <p:spPr>
          <a:xfrm>
            <a:off x="360000" y="21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540000" y="39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540000" y="36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684000" y="612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684000" y="864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 flipH="1">
            <a:off x="359280" y="1260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 flipH="1">
            <a:off x="539280" y="1080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539280" y="1440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683280" y="165636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683280" y="1908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360000" y="2304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2" name=""/>
          <p:cNvSpPr/>
          <p:nvPr/>
        </p:nvSpPr>
        <p:spPr>
          <a:xfrm>
            <a:off x="540000" y="212436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5" name=""/>
          <p:cNvSpPr/>
          <p:nvPr/>
        </p:nvSpPr>
        <p:spPr>
          <a:xfrm>
            <a:off x="540000" y="2493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684000" y="2709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1" name=""/>
          <p:cNvSpPr/>
          <p:nvPr/>
        </p:nvSpPr>
        <p:spPr>
          <a:xfrm>
            <a:off x="684000" y="2961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 flipH="1">
            <a:off x="359280" y="3357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8" name=""/>
          <p:cNvSpPr/>
          <p:nvPr/>
        </p:nvSpPr>
        <p:spPr>
          <a:xfrm flipH="1">
            <a:off x="558000" y="3177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548640" y="3546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692640" y="3762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692640" y="4014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9" name=""/>
          <p:cNvSpPr/>
          <p:nvPr/>
        </p:nvSpPr>
        <p:spPr>
          <a:xfrm>
            <a:off x="369360" y="4410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549360" y="4230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549360" y="4590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8" name=""/>
          <p:cNvSpPr/>
          <p:nvPr/>
        </p:nvSpPr>
        <p:spPr>
          <a:xfrm>
            <a:off x="693360" y="4806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>
            <a:off x="693360" y="5058720"/>
            <a:ext cx="179640" cy="17964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4" name=""/>
          <p:cNvSpPr/>
          <p:nvPr/>
        </p:nvSpPr>
        <p:spPr>
          <a:xfrm flipH="1">
            <a:off x="1268640" y="5454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7" name=""/>
          <p:cNvSpPr/>
          <p:nvPr/>
        </p:nvSpPr>
        <p:spPr>
          <a:xfrm flipH="1">
            <a:off x="1088640" y="5274720"/>
            <a:ext cx="179640" cy="17964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ftr" idx="1"/>
          </p:nvPr>
        </p:nvSpPr>
        <p:spPr>
          <a:xfrm>
            <a:off x="3987000" y="516492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2"/>
          </p:nvPr>
        </p:nvSpPr>
        <p:spPr>
          <a:xfrm>
            <a:off x="722700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6299BA-CFAD-4CAE-AAA1-D69234B3BE60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3"/>
          </p:nvPr>
        </p:nvSpPr>
        <p:spPr>
          <a:xfrm>
            <a:off x="158400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11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09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222222h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3D16FC-8F89-45B6-A953-37CEC4FE246F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9640" cy="9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11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09964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222222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 rot="55200">
            <a:off x="-1207080" y="357480"/>
            <a:ext cx="10138680" cy="520020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AFB87C-CB81-4E46-8BA5-7F72205B5EFE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2026-05-09T17:47:45Z</dcterms:created>
  <dc:creator/>
  <dc:description/>
  <dc:language>zh-CN</dc:language>
  <cp:lastModifiedBy/>
  <dcterms:modified xsi:type="dcterms:W3CDTF">2026-05-09T17:54:56Z</dcterms:modified>
  <cp:revision>3</cp:revision>
  <dc:subject/>
  <dc:title>DNA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