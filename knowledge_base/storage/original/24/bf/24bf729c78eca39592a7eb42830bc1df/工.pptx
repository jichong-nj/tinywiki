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121FF8-DC2E-4BDC-B228-F18A14D049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Click to edit the title text format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50505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50505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50505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50505"/>
              </a:solidFill>
              <a:latin typeface="Arial"/>
            </a:endParaRPr>
          </a:p>
          <a:p>
            <a:pPr lvl="2" marL="1296000" indent="-288000">
              <a:spcAft>
                <a:spcPts val="63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50505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50505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0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50505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50505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158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98700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CA0BEBC8-9BAD-4B7F-B99D-1A7EE444B08F}" type="slidenum">
              <a:rPr b="0" lang="en-US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5" name=""/>
          <p:cNvCxnSpPr>
            <a:stCxn id="6" idx="6"/>
            <a:endCxn id="7" idx="2"/>
          </p:cNvCxnSpPr>
          <p:nvPr/>
        </p:nvCxnSpPr>
        <p:spPr>
          <a:xfrm>
            <a:off x="540000" y="306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" name=""/>
          <p:cNvCxnSpPr>
            <a:stCxn id="9" idx="6"/>
            <a:endCxn id="10" idx="2"/>
          </p:cNvCxnSpPr>
          <p:nvPr/>
        </p:nvCxnSpPr>
        <p:spPr>
          <a:xfrm>
            <a:off x="720000" y="48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1" name=""/>
          <p:cNvCxnSpPr>
            <a:stCxn id="12" idx="6"/>
            <a:endCxn id="13" idx="2"/>
          </p:cNvCxnSpPr>
          <p:nvPr/>
        </p:nvCxnSpPr>
        <p:spPr>
          <a:xfrm>
            <a:off x="864000" y="702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4" name=""/>
          <p:cNvCxnSpPr>
            <a:stCxn id="15" idx="6"/>
            <a:endCxn id="16" idx="2"/>
          </p:cNvCxnSpPr>
          <p:nvPr/>
        </p:nvCxnSpPr>
        <p:spPr>
          <a:xfrm>
            <a:off x="720000" y="126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17" name=""/>
          <p:cNvCxnSpPr>
            <a:stCxn id="18" idx="6"/>
            <a:endCxn id="19" idx="2"/>
          </p:cNvCxnSpPr>
          <p:nvPr/>
        </p:nvCxnSpPr>
        <p:spPr>
          <a:xfrm>
            <a:off x="864000" y="954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0" name=""/>
          <p:cNvCxnSpPr>
            <a:stCxn id="21" idx="6"/>
            <a:endCxn id="22" idx="2"/>
          </p:cNvCxnSpPr>
          <p:nvPr/>
        </p:nvCxnSpPr>
        <p:spPr>
          <a:xfrm rot="10800000">
            <a:off x="540000" y="1350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3" name=""/>
          <p:cNvCxnSpPr>
            <a:stCxn id="24" idx="6"/>
            <a:endCxn id="25" idx="2"/>
          </p:cNvCxnSpPr>
          <p:nvPr/>
        </p:nvCxnSpPr>
        <p:spPr>
          <a:xfrm rot="10800000">
            <a:off x="720000" y="117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6" name=""/>
          <p:cNvCxnSpPr>
            <a:stCxn id="27" idx="6"/>
            <a:endCxn id="28" idx="2"/>
          </p:cNvCxnSpPr>
          <p:nvPr/>
        </p:nvCxnSpPr>
        <p:spPr>
          <a:xfrm rot="10800000">
            <a:off x="720000" y="1530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29" name=""/>
          <p:cNvCxnSpPr>
            <a:stCxn id="30" idx="6"/>
            <a:endCxn id="31" idx="2"/>
          </p:cNvCxnSpPr>
          <p:nvPr/>
        </p:nvCxnSpPr>
        <p:spPr>
          <a:xfrm rot="10800000">
            <a:off x="864000" y="1746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2" name=""/>
          <p:cNvCxnSpPr>
            <a:stCxn id="33" idx="6"/>
            <a:endCxn id="34" idx="2"/>
          </p:cNvCxnSpPr>
          <p:nvPr/>
        </p:nvCxnSpPr>
        <p:spPr>
          <a:xfrm rot="10800000">
            <a:off x="864000" y="199836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5" name=""/>
          <p:cNvCxnSpPr>
            <a:stCxn id="36" idx="6"/>
            <a:endCxn id="37" idx="2"/>
          </p:cNvCxnSpPr>
          <p:nvPr/>
        </p:nvCxnSpPr>
        <p:spPr>
          <a:xfrm>
            <a:off x="540000" y="239436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38" name=""/>
          <p:cNvCxnSpPr>
            <a:stCxn id="39" idx="6"/>
            <a:endCxn id="40" idx="2"/>
          </p:cNvCxnSpPr>
          <p:nvPr/>
        </p:nvCxnSpPr>
        <p:spPr>
          <a:xfrm>
            <a:off x="720000" y="221436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1" name=""/>
          <p:cNvCxnSpPr>
            <a:stCxn id="42" idx="6"/>
            <a:endCxn id="43" idx="2"/>
          </p:cNvCxnSpPr>
          <p:nvPr/>
        </p:nvCxnSpPr>
        <p:spPr>
          <a:xfrm>
            <a:off x="720000" y="2583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4" name=""/>
          <p:cNvCxnSpPr>
            <a:stCxn id="45" idx="6"/>
            <a:endCxn id="46" idx="2"/>
          </p:cNvCxnSpPr>
          <p:nvPr/>
        </p:nvCxnSpPr>
        <p:spPr>
          <a:xfrm>
            <a:off x="864000" y="2799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47" name=""/>
          <p:cNvCxnSpPr>
            <a:stCxn id="48" idx="6"/>
            <a:endCxn id="49" idx="2"/>
          </p:cNvCxnSpPr>
          <p:nvPr/>
        </p:nvCxnSpPr>
        <p:spPr>
          <a:xfrm>
            <a:off x="864000" y="3051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0" name=""/>
          <p:cNvCxnSpPr>
            <a:stCxn id="51" idx="6"/>
            <a:endCxn id="52" idx="2"/>
          </p:cNvCxnSpPr>
          <p:nvPr/>
        </p:nvCxnSpPr>
        <p:spPr>
          <a:xfrm rot="10800000">
            <a:off x="540000" y="3447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3" name=""/>
          <p:cNvCxnSpPr>
            <a:stCxn id="54" idx="6"/>
            <a:endCxn id="55" idx="2"/>
          </p:cNvCxnSpPr>
          <p:nvPr/>
        </p:nvCxnSpPr>
        <p:spPr>
          <a:xfrm rot="10800000">
            <a:off x="738720" y="3267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6" name=""/>
          <p:cNvCxnSpPr>
            <a:stCxn id="57" idx="6"/>
            <a:endCxn id="58" idx="2"/>
          </p:cNvCxnSpPr>
          <p:nvPr/>
        </p:nvCxnSpPr>
        <p:spPr>
          <a:xfrm rot="10800000">
            <a:off x="729360" y="3636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59" name=""/>
          <p:cNvCxnSpPr>
            <a:stCxn id="60" idx="6"/>
            <a:endCxn id="61" idx="2"/>
          </p:cNvCxnSpPr>
          <p:nvPr/>
        </p:nvCxnSpPr>
        <p:spPr>
          <a:xfrm rot="10800000">
            <a:off x="873360" y="3852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2" name=""/>
          <p:cNvCxnSpPr>
            <a:stCxn id="63" idx="6"/>
            <a:endCxn id="64" idx="2"/>
          </p:cNvCxnSpPr>
          <p:nvPr/>
        </p:nvCxnSpPr>
        <p:spPr>
          <a:xfrm rot="10800000">
            <a:off x="873360" y="4104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5" name=""/>
          <p:cNvCxnSpPr>
            <a:stCxn id="66" idx="6"/>
            <a:endCxn id="67" idx="2"/>
          </p:cNvCxnSpPr>
          <p:nvPr/>
        </p:nvCxnSpPr>
        <p:spPr>
          <a:xfrm>
            <a:off x="549360" y="4500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68" name=""/>
          <p:cNvCxnSpPr>
            <a:stCxn id="69" idx="6"/>
            <a:endCxn id="70" idx="2"/>
          </p:cNvCxnSpPr>
          <p:nvPr/>
        </p:nvCxnSpPr>
        <p:spPr>
          <a:xfrm>
            <a:off x="729360" y="432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1" name=""/>
          <p:cNvCxnSpPr>
            <a:stCxn id="72" idx="6"/>
            <a:endCxn id="73" idx="2"/>
          </p:cNvCxnSpPr>
          <p:nvPr/>
        </p:nvCxnSpPr>
        <p:spPr>
          <a:xfrm>
            <a:off x="729360" y="4680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4" name=""/>
          <p:cNvCxnSpPr>
            <a:stCxn id="75" idx="6"/>
            <a:endCxn id="76" idx="2"/>
          </p:cNvCxnSpPr>
          <p:nvPr/>
        </p:nvCxnSpPr>
        <p:spPr>
          <a:xfrm>
            <a:off x="873360" y="4896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77" name=""/>
          <p:cNvCxnSpPr>
            <a:stCxn id="78" idx="6"/>
            <a:endCxn id="79" idx="2"/>
          </p:cNvCxnSpPr>
          <p:nvPr/>
        </p:nvCxnSpPr>
        <p:spPr>
          <a:xfrm>
            <a:off x="873360" y="5148720"/>
            <a:ext cx="72360" cy="360"/>
          </a:xfrm>
          <a:prstGeom prst="bentConnector3">
            <a:avLst>
              <a:gd name="adj1" fmla="val 1380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0" name=""/>
          <p:cNvCxnSpPr>
            <a:stCxn id="81" idx="6"/>
            <a:endCxn id="82" idx="2"/>
          </p:cNvCxnSpPr>
          <p:nvPr/>
        </p:nvCxnSpPr>
        <p:spPr>
          <a:xfrm rot="10800000">
            <a:off x="549360" y="5544720"/>
            <a:ext cx="720360" cy="360"/>
          </a:xfrm>
          <a:prstGeom prst="bentConnector3">
            <a:avLst>
              <a:gd name="adj1" fmla="val 13800"/>
            </a:avLst>
          </a:prstGeom>
          <a:ln w="18000">
            <a:solidFill>
              <a:srgbClr val="2a6099"/>
            </a:solidFill>
            <a:round/>
          </a:ln>
        </p:spPr>
      </p:cxnSp>
      <p:cxnSp>
        <p:nvCxnSpPr>
          <p:cNvPr id="83" name=""/>
          <p:cNvCxnSpPr>
            <a:stCxn id="84" idx="6"/>
            <a:endCxn id="85" idx="2"/>
          </p:cNvCxnSpPr>
          <p:nvPr/>
        </p:nvCxnSpPr>
        <p:spPr>
          <a:xfrm rot="10800000">
            <a:off x="729360" y="5364720"/>
            <a:ext cx="360360" cy="360"/>
          </a:xfrm>
          <a:prstGeom prst="bentConnector3">
            <a:avLst>
              <a:gd name="adj1" fmla="val 27600"/>
            </a:avLst>
          </a:prstGeom>
          <a:ln w="18000">
            <a:solidFill>
              <a:srgbClr val="2a6099"/>
            </a:solidFill>
            <a:round/>
          </a:ln>
        </p:spPr>
      </p:cxnSp>
      <p:sp>
        <p:nvSpPr>
          <p:cNvPr id="7" name=""/>
          <p:cNvSpPr/>
          <p:nvPr/>
        </p:nvSpPr>
        <p:spPr>
          <a:xfrm>
            <a:off x="1260000" y="21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80000" y="39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1080000" y="3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936000" y="612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936000" y="86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 flipH="1">
            <a:off x="1260000" y="126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 flipH="1">
            <a:off x="1080000" y="108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H="1">
            <a:off x="1080000" y="1440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 flipH="1">
            <a:off x="936000" y="165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H="1">
            <a:off x="936000" y="1908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260000" y="230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080000" y="212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1080000" y="2493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936000" y="2709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936000" y="2961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 flipH="1">
            <a:off x="1260000" y="335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 flipH="1">
            <a:off x="1098720" y="3177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 flipH="1">
            <a:off x="1089360" y="354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H="1">
            <a:off x="945360" y="3762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 flipH="1">
            <a:off x="945360" y="401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269360" y="441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1089360" y="423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1089360" y="4590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45360" y="480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45360" y="5058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 flipH="1">
            <a:off x="369360" y="545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 flipH="1">
            <a:off x="549360" y="5274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360000" y="21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40000" y="39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0000" y="36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684000" y="612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4000" y="864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 flipH="1">
            <a:off x="360000" y="126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 flipH="1">
            <a:off x="540000" y="108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 flipH="1">
            <a:off x="540000" y="1440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 flipH="1">
            <a:off x="684000" y="165636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 flipH="1">
            <a:off x="684000" y="1908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360000" y="230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540000" y="212436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540000" y="2493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84000" y="2709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84000" y="2961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 flipH="1">
            <a:off x="360000" y="335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 flipH="1">
            <a:off x="558720" y="3177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 flipH="1">
            <a:off x="549360" y="3546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 flipH="1">
            <a:off x="693360" y="3762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 flipH="1">
            <a:off x="693360" y="401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369360" y="441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49360" y="423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549360" y="4590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93360" y="4806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93360" y="5058720"/>
            <a:ext cx="180000" cy="180000"/>
          </a:xfrm>
          <a:prstGeom prst="ellipse">
            <a:avLst/>
          </a:prstGeom>
          <a:solidFill>
            <a:srgbClr val="ffd8ce"/>
          </a:solidFill>
          <a:ln w="18000">
            <a:solidFill>
              <a:srgbClr val="ff4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H="1">
            <a:off x="1269360" y="545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 flipH="1">
            <a:off x="1089360" y="5274720"/>
            <a:ext cx="180000" cy="180000"/>
          </a:xfrm>
          <a:prstGeom prst="ellipse">
            <a:avLst/>
          </a:prstGeom>
          <a:solidFill>
            <a:srgbClr val="dee6ef"/>
          </a:solidFill>
          <a:ln w="18000">
            <a:solidFill>
              <a:srgbClr val="2a609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D8003C-E4A9-4C36-B408-5369B7A4E76B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620000" y="216000"/>
            <a:ext cx="8100000" cy="93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en-US" sz="3300" spc="-1" strike="noStrike">
                <a:solidFill>
                  <a:srgbClr val="050505"/>
                </a:solidFill>
                <a:latin typeface="Times New Roman"/>
              </a:rPr>
              <a:t>11</a:t>
            </a:r>
            <a:endParaRPr b="0" lang="en-US" sz="3300" spc="-1" strike="noStrike">
              <a:solidFill>
                <a:srgbClr val="050505"/>
              </a:solidFill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1620000" y="1368000"/>
            <a:ext cx="8100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</a:rPr>
              <a:t>222222</a:t>
            </a:r>
            <a:endParaRPr b="0" lang="en-US" sz="32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 rot="55200">
            <a:off x="-1207440" y="357480"/>
            <a:ext cx="10139040" cy="5200560"/>
          </a:xfrm>
          <a:prstGeom prst="rect">
            <a:avLst/>
          </a:prstGeom>
          <a:ln w="1800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D51520-D0AA-4663-B9D4-CCD67DB3F0D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2026-05-09T17:47:45Z</dcterms:created>
  <dc:creator/>
  <dc:description/>
  <dc:language>zh-CN</dc:language>
  <cp:lastModifiedBy/>
  <dcterms:modified xsi:type="dcterms:W3CDTF">2026-05-09T17:48:46Z</dcterms:modified>
  <cp:revision>2</cp:revision>
  <dc:subject/>
  <dc:title>DNA</dc:title>
</cp:coreProperties>
</file>